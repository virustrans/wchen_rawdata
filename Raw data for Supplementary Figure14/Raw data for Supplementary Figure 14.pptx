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w" initials="c" lastIdx="1" clrIdx="0">
    <p:extLst>
      <p:ext uri="{19B8F6BF-5375-455C-9EA6-DF929625EA0E}">
        <p15:presenceInfo xmlns:p15="http://schemas.microsoft.com/office/powerpoint/2012/main" userId="chen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63F9"/>
    <a:srgbClr val="15FFA6"/>
    <a:srgbClr val="B7FFE4"/>
    <a:srgbClr val="C40B1C"/>
    <a:srgbClr val="0F3B93"/>
    <a:srgbClr val="0A9901"/>
    <a:srgbClr val="1B10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09" autoAdjust="0"/>
    <p:restoredTop sz="94660"/>
  </p:normalViewPr>
  <p:slideViewPr>
    <p:cSldViewPr snapToGrid="0">
      <p:cViewPr>
        <p:scale>
          <a:sx n="150" d="100"/>
          <a:sy n="150" d="100"/>
        </p:scale>
        <p:origin x="1572" y="-2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6DF02D-EDE3-44F4-BA04-537AC4CAB094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24D6DF-3425-4AD0-9A54-0AC1CCB790A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6087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24D6DF-3425-4AD0-9A54-0AC1CCB790A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11298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C241-1369-4F02-B702-D25D48D39544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0663E-BAB8-489C-8AF1-08953FC74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6756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C241-1369-4F02-B702-D25D48D39544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0663E-BAB8-489C-8AF1-08953FC74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010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/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75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C241-1369-4F02-B702-D25D48D39544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0663E-BAB8-489C-8AF1-08953FC74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682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C241-1369-4F02-B702-D25D48D39544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0663E-BAB8-489C-8AF1-08953FC74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1271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C241-1369-4F02-B702-D25D48D39544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0663E-BAB8-489C-8AF1-08953FC74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606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C241-1369-4F02-B702-D25D48D39544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0663E-BAB8-489C-8AF1-08953FC74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405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C241-1369-4F02-B702-D25D48D39544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0663E-BAB8-489C-8AF1-08953FC74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470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C241-1369-4F02-B702-D25D48D39544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0663E-BAB8-489C-8AF1-08953FC74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895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C241-1369-4F02-B702-D25D48D39544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0663E-BAB8-489C-8AF1-08953FC74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5247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C241-1369-4F02-B702-D25D48D39544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0663E-BAB8-489C-8AF1-08953FC74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120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1C241-1369-4F02-B702-D25D48D39544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40663E-BAB8-489C-8AF1-08953FC74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1636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41C241-1369-4F02-B702-D25D48D39544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0663E-BAB8-489C-8AF1-08953FC740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831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.png"/><Relationship Id="rId18" Type="http://schemas.microsoft.com/office/2007/relationships/hdphoto" Target="../media/hdphoto6.wdp"/><Relationship Id="rId26" Type="http://schemas.openxmlformats.org/officeDocument/2006/relationships/image" Target="../media/image17.png"/><Relationship Id="rId3" Type="http://schemas.openxmlformats.org/officeDocument/2006/relationships/image" Target="../media/image1.tiff"/><Relationship Id="rId21" Type="http://schemas.openxmlformats.org/officeDocument/2006/relationships/image" Target="../media/image13.tiff"/><Relationship Id="rId34" Type="http://schemas.openxmlformats.org/officeDocument/2006/relationships/image" Target="../media/image22.tiff"/><Relationship Id="rId7" Type="http://schemas.openxmlformats.org/officeDocument/2006/relationships/image" Target="../media/image5.png"/><Relationship Id="rId12" Type="http://schemas.microsoft.com/office/2007/relationships/hdphoto" Target="../media/hdphoto3.wdp"/><Relationship Id="rId17" Type="http://schemas.openxmlformats.org/officeDocument/2006/relationships/image" Target="../media/image10.png"/><Relationship Id="rId25" Type="http://schemas.microsoft.com/office/2007/relationships/hdphoto" Target="../media/hdphoto7.wdp"/><Relationship Id="rId33" Type="http://schemas.openxmlformats.org/officeDocument/2006/relationships/image" Target="../media/image21.tiff"/><Relationship Id="rId2" Type="http://schemas.openxmlformats.org/officeDocument/2006/relationships/notesSlide" Target="../notesSlides/notesSlide1.xml"/><Relationship Id="rId16" Type="http://schemas.microsoft.com/office/2007/relationships/hdphoto" Target="../media/hdphoto5.wdp"/><Relationship Id="rId20" Type="http://schemas.openxmlformats.org/officeDocument/2006/relationships/image" Target="../media/image12.tiff"/><Relationship Id="rId29" Type="http://schemas.microsoft.com/office/2007/relationships/hdphoto" Target="../media/hdphoto9.wd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tiff"/><Relationship Id="rId11" Type="http://schemas.openxmlformats.org/officeDocument/2006/relationships/image" Target="../media/image7.png"/><Relationship Id="rId24" Type="http://schemas.openxmlformats.org/officeDocument/2006/relationships/image" Target="../media/image16.png"/><Relationship Id="rId32" Type="http://schemas.openxmlformats.org/officeDocument/2006/relationships/image" Target="../media/image20.tiff"/><Relationship Id="rId5" Type="http://schemas.openxmlformats.org/officeDocument/2006/relationships/image" Target="../media/image3.tiff"/><Relationship Id="rId15" Type="http://schemas.openxmlformats.org/officeDocument/2006/relationships/image" Target="../media/image9.png"/><Relationship Id="rId23" Type="http://schemas.openxmlformats.org/officeDocument/2006/relationships/image" Target="../media/image15.tiff"/><Relationship Id="rId28" Type="http://schemas.openxmlformats.org/officeDocument/2006/relationships/image" Target="../media/image18.png"/><Relationship Id="rId36" Type="http://schemas.openxmlformats.org/officeDocument/2006/relationships/image" Target="../media/image24.tiff"/><Relationship Id="rId10" Type="http://schemas.microsoft.com/office/2007/relationships/hdphoto" Target="../media/hdphoto2.wdp"/><Relationship Id="rId19" Type="http://schemas.openxmlformats.org/officeDocument/2006/relationships/image" Target="../media/image11.tiff"/><Relationship Id="rId31" Type="http://schemas.microsoft.com/office/2007/relationships/hdphoto" Target="../media/hdphoto10.wdp"/><Relationship Id="rId4" Type="http://schemas.openxmlformats.org/officeDocument/2006/relationships/image" Target="../media/image2.tiff"/><Relationship Id="rId9" Type="http://schemas.openxmlformats.org/officeDocument/2006/relationships/image" Target="../media/image6.png"/><Relationship Id="rId14" Type="http://schemas.microsoft.com/office/2007/relationships/hdphoto" Target="../media/hdphoto4.wdp"/><Relationship Id="rId22" Type="http://schemas.openxmlformats.org/officeDocument/2006/relationships/image" Target="../media/image14.tiff"/><Relationship Id="rId27" Type="http://schemas.microsoft.com/office/2007/relationships/hdphoto" Target="../media/hdphoto8.wdp"/><Relationship Id="rId30" Type="http://schemas.openxmlformats.org/officeDocument/2006/relationships/image" Target="../media/image19.png"/><Relationship Id="rId35" Type="http://schemas.openxmlformats.org/officeDocument/2006/relationships/image" Target="../media/image23.tiff"/><Relationship Id="rId8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图片 6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02" y="3271876"/>
            <a:ext cx="982676" cy="100209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6" name="图片 6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615686" y="4317380"/>
            <a:ext cx="997440" cy="98774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6" name="图片 55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0" t="-384" r="868" b="37"/>
          <a:stretch/>
        </p:blipFill>
        <p:spPr>
          <a:xfrm>
            <a:off x="2613072" y="5351591"/>
            <a:ext cx="995207" cy="100199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4" name="图片 5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473903" y="5353458"/>
            <a:ext cx="982868" cy="100291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654356" y="4307336"/>
            <a:ext cx="991969" cy="100236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9" cstate="print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3496" y="4312534"/>
            <a:ext cx="1002367" cy="100236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813497" y="5353459"/>
            <a:ext cx="1004530" cy="100453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3" cstate="print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157" y="5353459"/>
            <a:ext cx="1006145" cy="100398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15" cstate="print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814" y="4312534"/>
            <a:ext cx="1002917" cy="99744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7" cstate="print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499814" y="5353459"/>
            <a:ext cx="1002917" cy="100291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10" name="文本框 9"/>
          <p:cNvSpPr txBox="1"/>
          <p:nvPr/>
        </p:nvSpPr>
        <p:spPr>
          <a:xfrm>
            <a:off x="1461714" y="4266813"/>
            <a:ext cx="2279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CN" alt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61714" y="5302751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CN" alt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636896" y="4266813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636896" y="5302751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endParaRPr lang="zh-CN" alt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758413" y="4266813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endParaRPr lang="zh-CN" alt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779251" y="5302751"/>
            <a:ext cx="2776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endParaRPr lang="zh-CN" alt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75602" y="3060142"/>
            <a:ext cx="6126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Chicken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3376738" y="3060142"/>
            <a:ext cx="4635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Duck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5525000" y="3060142"/>
            <a:ext cx="47000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Quail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2055044" y="3851982"/>
            <a:ext cx="5020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800"/>
              </a:lnSpc>
            </a:pPr>
            <a:r>
              <a:rPr lang="en-US" altLang="zh-CN" sz="800" b="1" dirty="0" err="1" smtClean="0">
                <a:solidFill>
                  <a:srgbClr val="0A990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SNA</a:t>
            </a:r>
            <a:endParaRPr lang="en-US" altLang="zh-CN" sz="800" b="1" dirty="0" smtClean="0">
              <a:solidFill>
                <a:srgbClr val="0A990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800"/>
              </a:lnSpc>
            </a:pPr>
            <a:r>
              <a:rPr lang="en-US" altLang="zh-CN" sz="800" b="1" dirty="0" err="1" smtClean="0">
                <a:solidFill>
                  <a:srgbClr val="C40B1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MALⅡ</a:t>
            </a:r>
            <a:endParaRPr lang="en-US" altLang="zh-CN" sz="800" b="1" dirty="0" smtClean="0">
              <a:solidFill>
                <a:srgbClr val="C40B1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800"/>
              </a:lnSpc>
            </a:pPr>
            <a:r>
              <a:rPr lang="en-US" altLang="zh-CN" sz="800" b="1" dirty="0" err="1" smtClean="0">
                <a:solidFill>
                  <a:srgbClr val="0F3B9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DAPI</a:t>
            </a:r>
            <a:endParaRPr lang="zh-CN" altLang="en-US" sz="800" b="1" dirty="0">
              <a:solidFill>
                <a:srgbClr val="0F3B9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2170964" y="5278700"/>
            <a:ext cx="298800" cy="238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 flipV="1">
            <a:off x="2170964" y="6317228"/>
            <a:ext cx="298800" cy="238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连接符 21"/>
          <p:cNvCxnSpPr/>
          <p:nvPr/>
        </p:nvCxnSpPr>
        <p:spPr>
          <a:xfrm flipV="1">
            <a:off x="4332627" y="5273682"/>
            <a:ext cx="298800" cy="238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4332627" y="6312210"/>
            <a:ext cx="298800" cy="238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/>
          <p:nvPr/>
        </p:nvCxnSpPr>
        <p:spPr>
          <a:xfrm flipV="1">
            <a:off x="6494280" y="5284000"/>
            <a:ext cx="298800" cy="238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6494280" y="6322528"/>
            <a:ext cx="298800" cy="238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 flipV="1">
            <a:off x="2248186" y="5812693"/>
            <a:ext cx="72178" cy="7979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 rot="16200000">
            <a:off x="116921" y="3647439"/>
            <a:ext cx="4988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Palate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本框 28"/>
          <p:cNvSpPr txBox="1"/>
          <p:nvPr/>
        </p:nvSpPr>
        <p:spPr>
          <a:xfrm rot="16200000">
            <a:off x="65625" y="4752880"/>
            <a:ext cx="6014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Trachea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 rot="16200000">
            <a:off x="138561" y="5788497"/>
            <a:ext cx="4555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Lung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 flipH="1" flipV="1">
            <a:off x="1575470" y="4915748"/>
            <a:ext cx="83387" cy="7631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H="1" flipV="1">
            <a:off x="4078272" y="4934773"/>
            <a:ext cx="83387" cy="7631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flipH="1" flipV="1">
            <a:off x="6410088" y="4652015"/>
            <a:ext cx="83387" cy="7631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H="1" flipV="1">
            <a:off x="2167242" y="4934772"/>
            <a:ext cx="83387" cy="76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H="1" flipV="1">
            <a:off x="4443278" y="4519474"/>
            <a:ext cx="83387" cy="76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H="1" flipV="1">
            <a:off x="6345256" y="4884000"/>
            <a:ext cx="83387" cy="76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H="1" flipV="1">
            <a:off x="5901437" y="5728690"/>
            <a:ext cx="83387" cy="76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H="1" flipV="1">
            <a:off x="4398640" y="5667301"/>
            <a:ext cx="83387" cy="76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H="1" flipV="1">
            <a:off x="4036579" y="5816759"/>
            <a:ext cx="83387" cy="7631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H="1" flipV="1">
            <a:off x="1976677" y="5645155"/>
            <a:ext cx="83387" cy="7631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H="1" flipV="1">
            <a:off x="6549345" y="5476553"/>
            <a:ext cx="83387" cy="7631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 flipV="1">
            <a:off x="1132460" y="6311019"/>
            <a:ext cx="298800" cy="23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/>
          <p:cNvSpPr txBox="1"/>
          <p:nvPr/>
        </p:nvSpPr>
        <p:spPr>
          <a:xfrm>
            <a:off x="433799" y="5302751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7" name="直接连接符 46"/>
          <p:cNvCxnSpPr/>
          <p:nvPr/>
        </p:nvCxnSpPr>
        <p:spPr>
          <a:xfrm flipV="1">
            <a:off x="3287939" y="5271300"/>
            <a:ext cx="298800" cy="23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 flipV="1">
            <a:off x="3287939" y="6323156"/>
            <a:ext cx="298800" cy="23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2560848" y="4266813"/>
            <a:ext cx="2199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560848" y="5302751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2" name="直接连接符 51"/>
          <p:cNvCxnSpPr/>
          <p:nvPr/>
        </p:nvCxnSpPr>
        <p:spPr>
          <a:xfrm flipV="1">
            <a:off x="5454766" y="5284000"/>
            <a:ext cx="298800" cy="23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图片 54"/>
          <p:cNvPicPr>
            <a:picLocks noChangeAspect="1"/>
          </p:cNvPicPr>
          <p:nvPr/>
        </p:nvPicPr>
        <p:blipFill rotWithShape="1"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902"/>
          <a:stretch/>
        </p:blipFill>
        <p:spPr>
          <a:xfrm rot="5400000">
            <a:off x="466613" y="4319820"/>
            <a:ext cx="997441" cy="982869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8" name="图片 57"/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280" y="5351591"/>
            <a:ext cx="1006145" cy="100199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59" name="图片 58"/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H="1">
            <a:off x="4770281" y="4312533"/>
            <a:ext cx="1002367" cy="99744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0" name="文本框 59"/>
          <p:cNvSpPr txBox="1"/>
          <p:nvPr/>
        </p:nvSpPr>
        <p:spPr>
          <a:xfrm>
            <a:off x="433799" y="4266813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4725567" y="4266813"/>
            <a:ext cx="2279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4725567" y="5302751"/>
            <a:ext cx="2343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直接连接符 62"/>
          <p:cNvCxnSpPr/>
          <p:nvPr/>
        </p:nvCxnSpPr>
        <p:spPr>
          <a:xfrm flipV="1">
            <a:off x="1132460" y="5265815"/>
            <a:ext cx="298800" cy="23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/>
          <p:cNvCxnSpPr/>
          <p:nvPr/>
        </p:nvCxnSpPr>
        <p:spPr>
          <a:xfrm flipV="1">
            <a:off x="5454766" y="5271300"/>
            <a:ext cx="298800" cy="23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 flipV="1">
            <a:off x="5454766" y="6323535"/>
            <a:ext cx="298800" cy="23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图片 41"/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5223" y="3271876"/>
            <a:ext cx="993056" cy="1002095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44" name="图片 43"/>
          <p:cNvPicPr>
            <a:picLocks noChangeAspect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0280" y="3271877"/>
            <a:ext cx="1003980" cy="100209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67" name="文本框 66"/>
          <p:cNvSpPr txBox="1"/>
          <p:nvPr/>
        </p:nvSpPr>
        <p:spPr>
          <a:xfrm>
            <a:off x="433799" y="3223651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2560848" y="3223651"/>
            <a:ext cx="2199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4725567" y="3223651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1" name="直接连接符 70"/>
          <p:cNvCxnSpPr/>
          <p:nvPr/>
        </p:nvCxnSpPr>
        <p:spPr>
          <a:xfrm flipV="1">
            <a:off x="1132460" y="4241823"/>
            <a:ext cx="298800" cy="23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/>
          <p:cNvCxnSpPr/>
          <p:nvPr/>
        </p:nvCxnSpPr>
        <p:spPr>
          <a:xfrm flipV="1">
            <a:off x="3287939" y="4238243"/>
            <a:ext cx="298800" cy="23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 flipV="1">
            <a:off x="5455366" y="4235861"/>
            <a:ext cx="298800" cy="23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图片 44"/>
          <p:cNvPicPr>
            <a:picLocks noChangeAspect="1"/>
          </p:cNvPicPr>
          <p:nvPr/>
        </p:nvPicPr>
        <p:blipFill>
          <a:blip r:embed="rId24" cstate="print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500224" y="3271466"/>
            <a:ext cx="1002095" cy="100291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cxnSp>
        <p:nvCxnSpPr>
          <p:cNvPr id="74" name="直接连接符 73"/>
          <p:cNvCxnSpPr/>
          <p:nvPr/>
        </p:nvCxnSpPr>
        <p:spPr>
          <a:xfrm flipV="1">
            <a:off x="2170964" y="4234670"/>
            <a:ext cx="298800" cy="238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1454283" y="3223651"/>
            <a:ext cx="242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zh-CN" alt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 rotWithShape="1">
          <a:blip r:embed="rId26" cstate="print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964" t="6716" r="11433" b="12807"/>
          <a:stretch/>
        </p:blipFill>
        <p:spPr>
          <a:xfrm>
            <a:off x="3649157" y="3271875"/>
            <a:ext cx="1002360" cy="1002096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sp>
        <p:nvSpPr>
          <p:cNvPr id="77" name="文本框 76"/>
          <p:cNvSpPr txBox="1"/>
          <p:nvPr/>
        </p:nvSpPr>
        <p:spPr>
          <a:xfrm>
            <a:off x="3641035" y="3223651"/>
            <a:ext cx="2840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endParaRPr lang="zh-CN" alt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8" name="直接连接符 77"/>
          <p:cNvCxnSpPr/>
          <p:nvPr/>
        </p:nvCxnSpPr>
        <p:spPr>
          <a:xfrm flipV="1">
            <a:off x="4340984" y="4241958"/>
            <a:ext cx="298800" cy="238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图片 52"/>
          <p:cNvPicPr>
            <a:picLocks noChangeAspect="1"/>
          </p:cNvPicPr>
          <p:nvPr/>
        </p:nvPicPr>
        <p:blipFill>
          <a:blip r:embed="rId28" cstate="print">
            <a:extLst>
              <a:ext uri="{BEBA8EAE-BF5A-486C-A8C5-ECC9F3942E4B}">
                <a14:imgProps xmlns:a14="http://schemas.microsoft.com/office/drawing/2010/main">
                  <a14:imgLayer r:embed="rId29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5813497" y="3271877"/>
            <a:ext cx="1002920" cy="100209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cxnSp>
        <p:nvCxnSpPr>
          <p:cNvPr id="79" name="直接连接符 78"/>
          <p:cNvCxnSpPr/>
          <p:nvPr/>
        </p:nvCxnSpPr>
        <p:spPr>
          <a:xfrm flipV="1">
            <a:off x="6493475" y="4232288"/>
            <a:ext cx="298800" cy="238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5758413" y="3223651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endParaRPr lang="zh-CN" alt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0" name="直接箭头连接符 79"/>
          <p:cNvCxnSpPr/>
          <p:nvPr/>
        </p:nvCxnSpPr>
        <p:spPr>
          <a:xfrm flipH="1" flipV="1">
            <a:off x="2061123" y="3684390"/>
            <a:ext cx="83387" cy="7631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/>
          <p:nvPr/>
        </p:nvCxnSpPr>
        <p:spPr>
          <a:xfrm flipH="1" flipV="1">
            <a:off x="1575470" y="3722550"/>
            <a:ext cx="83387" cy="76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/>
          <p:nvPr/>
        </p:nvCxnSpPr>
        <p:spPr>
          <a:xfrm flipH="1" flipV="1">
            <a:off x="4078272" y="3608071"/>
            <a:ext cx="83387" cy="7631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箭头连接符 84"/>
          <p:cNvCxnSpPr/>
          <p:nvPr/>
        </p:nvCxnSpPr>
        <p:spPr>
          <a:xfrm flipH="1" flipV="1">
            <a:off x="5953306" y="3975718"/>
            <a:ext cx="83387" cy="76319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/>
          <p:nvPr/>
        </p:nvCxnSpPr>
        <p:spPr>
          <a:xfrm flipH="1" flipV="1">
            <a:off x="6484933" y="3814634"/>
            <a:ext cx="83387" cy="7631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350337" y="2632608"/>
            <a:ext cx="657311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2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Supplementary Figure </a:t>
            </a:r>
            <a:r>
              <a:rPr lang="en-US" altLang="zh-CN" sz="12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14. </a:t>
            </a:r>
            <a:r>
              <a:rPr lang="en-US" altLang="zh-CN" sz="12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Comparison 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of influenza receptor distribution in the respiratory </a:t>
            </a:r>
            <a:r>
              <a:rPr lang="en-US" altLang="zh-CN" sz="1200" b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tract </a:t>
            </a:r>
            <a:r>
              <a:rPr lang="en-US" altLang="zh-CN" sz="1200" b="1" dirty="0">
                <a:solidFill>
                  <a:srgbClr val="000000"/>
                </a:solidFill>
                <a:latin typeface="Times New Roman" panose="02020603050405020304" pitchFamily="18" charset="0"/>
              </a:rPr>
              <a:t>and the duodenum of chickens, ducks, and quails.</a:t>
            </a:r>
            <a:endParaRPr lang="zh-CN" altLang="en-US" dirty="0"/>
          </a:p>
        </p:txBody>
      </p:sp>
      <p:sp>
        <p:nvSpPr>
          <p:cNvPr id="88" name="文本框 87"/>
          <p:cNvSpPr txBox="1"/>
          <p:nvPr/>
        </p:nvSpPr>
        <p:spPr>
          <a:xfrm>
            <a:off x="1425967" y="3896025"/>
            <a:ext cx="584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800"/>
              </a:lnSpc>
            </a:pPr>
            <a:r>
              <a:rPr lang="en-US" altLang="zh-CN" sz="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 </a:t>
            </a:r>
            <a:r>
              <a:rPr lang="en-US" altLang="zh-CN" sz="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Ⅱ</a:t>
            </a:r>
            <a:endParaRPr lang="en-US" altLang="zh-CN" sz="800" dirty="0">
              <a:solidFill>
                <a:srgbClr val="0643D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800"/>
              </a:lnSpc>
            </a:pPr>
            <a:r>
              <a:rPr lang="en-US" altLang="zh-CN" sz="800" dirty="0" err="1" smtClean="0">
                <a:solidFill>
                  <a:srgbClr val="15FFA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SNA</a:t>
            </a:r>
            <a:endParaRPr lang="zh-CN" altLang="en-US" sz="800" dirty="0" smtClean="0">
              <a:solidFill>
                <a:srgbClr val="15FFA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800"/>
              </a:lnSpc>
            </a:pPr>
            <a:r>
              <a:rPr lang="en-US" altLang="zh-CN" sz="800" dirty="0" err="1" smtClean="0">
                <a:solidFill>
                  <a:srgbClr val="2763F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DAPI</a:t>
            </a:r>
            <a:endParaRPr lang="zh-CN" altLang="en-US" sz="800" dirty="0">
              <a:solidFill>
                <a:srgbClr val="2763F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7" name="图片 56"/>
          <p:cNvPicPr>
            <a:picLocks/>
          </p:cNvPicPr>
          <p:nvPr/>
        </p:nvPicPr>
        <p:blipFill>
          <a:blip r:embed="rId30" cstate="print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rightnessContrast bright="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030" y="6394574"/>
            <a:ext cx="1004400" cy="10044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cxnSp>
        <p:nvCxnSpPr>
          <p:cNvPr id="87" name="直接箭头连接符 86"/>
          <p:cNvCxnSpPr/>
          <p:nvPr/>
        </p:nvCxnSpPr>
        <p:spPr>
          <a:xfrm flipH="1" flipV="1">
            <a:off x="1607733" y="7188205"/>
            <a:ext cx="83387" cy="7631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/>
          <p:nvPr/>
        </p:nvCxnSpPr>
        <p:spPr>
          <a:xfrm flipV="1">
            <a:off x="1862424" y="6593743"/>
            <a:ext cx="72178" cy="7979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6" name="图片 75"/>
          <p:cNvPicPr>
            <a:picLocks/>
          </p:cNvPicPr>
          <p:nvPr/>
        </p:nvPicPr>
        <p:blipFill>
          <a:blip r:embed="rId3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9157" y="6394574"/>
            <a:ext cx="1004400" cy="10044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cxnSp>
        <p:nvCxnSpPr>
          <p:cNvPr id="90" name="直接箭头连接符 89"/>
          <p:cNvCxnSpPr/>
          <p:nvPr/>
        </p:nvCxnSpPr>
        <p:spPr>
          <a:xfrm flipH="1" flipV="1">
            <a:off x="4130749" y="6775455"/>
            <a:ext cx="83387" cy="7631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/>
          <p:nvPr/>
        </p:nvCxnSpPr>
        <p:spPr>
          <a:xfrm flipV="1">
            <a:off x="3930231" y="7312251"/>
            <a:ext cx="72178" cy="7979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" name="图片 91"/>
          <p:cNvPicPr>
            <a:picLocks noChangeAspect="1"/>
          </p:cNvPicPr>
          <p:nvPr/>
        </p:nvPicPr>
        <p:blipFill>
          <a:blip r:embed="rId3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3496" y="6394574"/>
            <a:ext cx="1004400" cy="100440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cxnSp>
        <p:nvCxnSpPr>
          <p:cNvPr id="93" name="直接箭头连接符 92"/>
          <p:cNvCxnSpPr/>
          <p:nvPr/>
        </p:nvCxnSpPr>
        <p:spPr>
          <a:xfrm flipH="1" flipV="1">
            <a:off x="5998513" y="7013580"/>
            <a:ext cx="83387" cy="76319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93"/>
          <p:cNvCxnSpPr/>
          <p:nvPr/>
        </p:nvCxnSpPr>
        <p:spPr>
          <a:xfrm flipV="1">
            <a:off x="6112856" y="6635082"/>
            <a:ext cx="72178" cy="79792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接连接符 94"/>
          <p:cNvCxnSpPr/>
          <p:nvPr/>
        </p:nvCxnSpPr>
        <p:spPr>
          <a:xfrm flipV="1">
            <a:off x="2179520" y="7365718"/>
            <a:ext cx="298800" cy="238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/>
          <p:cNvCxnSpPr/>
          <p:nvPr/>
        </p:nvCxnSpPr>
        <p:spPr>
          <a:xfrm flipV="1">
            <a:off x="4332627" y="7365718"/>
            <a:ext cx="298800" cy="238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/>
          <p:cNvCxnSpPr/>
          <p:nvPr/>
        </p:nvCxnSpPr>
        <p:spPr>
          <a:xfrm flipV="1">
            <a:off x="6493475" y="7359078"/>
            <a:ext cx="298800" cy="238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97"/>
          <p:cNvSpPr txBox="1"/>
          <p:nvPr/>
        </p:nvSpPr>
        <p:spPr>
          <a:xfrm rot="16200000">
            <a:off x="-15187" y="6795067"/>
            <a:ext cx="7553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Duodenum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/>
          </p:cNvPicPr>
          <p:nvPr/>
        </p:nvPicPr>
        <p:blipFill>
          <a:blip r:embed="rId3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66243" y="6402228"/>
            <a:ext cx="997469" cy="98216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00" name="图片 99"/>
          <p:cNvPicPr>
            <a:picLocks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613070" y="6394574"/>
            <a:ext cx="996259" cy="999950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02" name="图片 101"/>
          <p:cNvPicPr>
            <a:picLocks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4773694" y="6391160"/>
            <a:ext cx="998746" cy="1005574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cxnSp>
        <p:nvCxnSpPr>
          <p:cNvPr id="103" name="直接连接符 102"/>
          <p:cNvCxnSpPr/>
          <p:nvPr/>
        </p:nvCxnSpPr>
        <p:spPr>
          <a:xfrm flipV="1">
            <a:off x="1145353" y="7363336"/>
            <a:ext cx="298800" cy="23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连接符 103"/>
          <p:cNvCxnSpPr/>
          <p:nvPr/>
        </p:nvCxnSpPr>
        <p:spPr>
          <a:xfrm flipV="1">
            <a:off x="3287939" y="7363336"/>
            <a:ext cx="298800" cy="23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/>
          <p:cNvCxnSpPr/>
          <p:nvPr/>
        </p:nvCxnSpPr>
        <p:spPr>
          <a:xfrm flipV="1">
            <a:off x="5461200" y="7364527"/>
            <a:ext cx="298800" cy="238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文本框 106"/>
          <p:cNvSpPr txBox="1"/>
          <p:nvPr/>
        </p:nvSpPr>
        <p:spPr>
          <a:xfrm>
            <a:off x="433799" y="6358763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文本框 107"/>
          <p:cNvSpPr txBox="1"/>
          <p:nvPr/>
        </p:nvSpPr>
        <p:spPr>
          <a:xfrm>
            <a:off x="1461714" y="6358763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CN" alt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文本框 108"/>
          <p:cNvSpPr txBox="1"/>
          <p:nvPr/>
        </p:nvSpPr>
        <p:spPr>
          <a:xfrm>
            <a:off x="2567399" y="6358763"/>
            <a:ext cx="2199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文本框 111"/>
          <p:cNvSpPr txBox="1"/>
          <p:nvPr/>
        </p:nvSpPr>
        <p:spPr>
          <a:xfrm>
            <a:off x="3629764" y="6346038"/>
            <a:ext cx="25519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zh-CN" alt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文本框 112"/>
          <p:cNvSpPr txBox="1"/>
          <p:nvPr/>
        </p:nvSpPr>
        <p:spPr>
          <a:xfrm>
            <a:off x="4739994" y="6370872"/>
            <a:ext cx="21993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zh-CN" alt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4" name="文本框 113"/>
          <p:cNvSpPr txBox="1"/>
          <p:nvPr/>
        </p:nvSpPr>
        <p:spPr>
          <a:xfrm>
            <a:off x="5790638" y="6330987"/>
            <a:ext cx="2487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zh-CN" altLang="en-US" sz="1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14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1907</TotalTime>
  <Words>63</Words>
  <Application>Microsoft Office PowerPoint</Application>
  <PresentationFormat>自定义</PresentationFormat>
  <Paragraphs>39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chenw</dc:creator>
  <cp:lastModifiedBy>chenw</cp:lastModifiedBy>
  <cp:revision>73</cp:revision>
  <dcterms:created xsi:type="dcterms:W3CDTF">2025-12-15T02:40:15Z</dcterms:created>
  <dcterms:modified xsi:type="dcterms:W3CDTF">2026-04-17T09:43:52Z</dcterms:modified>
</cp:coreProperties>
</file>